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5" r:id="rId7"/>
    <p:sldId id="262" r:id="rId8"/>
    <p:sldId id="268" r:id="rId9"/>
    <p:sldId id="271" r:id="rId10"/>
    <p:sldId id="266" r:id="rId11"/>
    <p:sldId id="272" r:id="rId12"/>
    <p:sldId id="270" r:id="rId13"/>
    <p:sldId id="269" r:id="rId14"/>
    <p:sldId id="263" r:id="rId15"/>
    <p:sldId id="264" r:id="rId16"/>
    <p:sldId id="267" r:id="rId1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C6B9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48BFE-7F87-4195-8594-2BBCF90CB131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0704B5-10B2-4BB2-86F6-0EBF4ED8F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4592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704B5-10B2-4BB2-86F6-0EBF4ED8F1E3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2020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4B86B-293F-3421-7E3F-A325AABF1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F16A2427-FBA2-8B02-F50D-C94A05067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D5890E7C-E909-FD08-6401-EEDFDA86C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7A0D9B2-9A5B-C60F-E8FB-9FCEDE1964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704B5-10B2-4BB2-86F6-0EBF4ED8F1E3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68288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91BD0-EBE3-891A-E4D5-6C5257F8A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6DCE42E-D18C-5956-0346-B14BB73B0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3F5F88B-7885-CF56-C8A4-822F90EB4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EDF5DD9-553C-CD26-4A7E-B4741A919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704B5-10B2-4BB2-86F6-0EBF4ED8F1E3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4604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D32CA-150B-3B05-0F50-6CEB8290C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262B96CE-1F13-D7A4-13F0-32A3CABD1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55A1E99-FDDD-B719-157B-6F244A01E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417EAFB-77CF-4FE2-1CD5-EF13C032E3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704B5-10B2-4BB2-86F6-0EBF4ED8F1E3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2096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DB26E-B3BB-F8AE-2D38-A6F01B2A3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6DEE9F98-0103-5765-4A0F-601C8BB4B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FBA5F68F-176F-29E1-60FE-AA4DB395F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A4BEA29-ABFA-2AC0-8425-0AB1CD78E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704B5-10B2-4BB2-86F6-0EBF4ED8F1E3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7697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2750-EF36-60B6-AE7D-51E278919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1501357-2C6E-C723-DE04-35A8E186B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FCE622CB-9377-DE8C-2D73-4888EF0FD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1D64A8B-12F1-B537-83A5-D1B33D7F7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704B5-10B2-4BB2-86F6-0EBF4ED8F1E3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17078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DCA4D-816C-DF98-884E-5A7CF56F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A1705C13-EEF6-DBA7-251D-6DBF2E8D5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678F01F7-C9E4-4EF5-7847-CE7E28460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4B7E303-F55E-D01C-4B8E-3AD7BA6F6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704B5-10B2-4BB2-86F6-0EBF4ED8F1E3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652011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82663-D479-32EF-F6FE-944E32E2E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3A8031AE-5F29-F7BD-9D42-14FE3B681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C3B5D094-A382-DB06-C7F4-0D3D75CF5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1A7BD66-C538-2E68-7E43-D5112CA61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704B5-10B2-4BB2-86F6-0EBF4ED8F1E3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51741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4D9E9-E66E-BAC4-2056-B88618E3D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21F18DD4-E158-2979-9918-572269494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9D80A4CD-9584-45FA-405D-A37DB9C19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96DEC91-E034-A065-ED70-21EA776E2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704B5-10B2-4BB2-86F6-0EBF4ED8F1E3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0554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E6129-12C1-810E-8B94-B3A3BF170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21EB5C75-2BAD-D982-E58C-79CDB0FDD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5F33CA6C-F254-823C-5711-C83180974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EE2D7D6-3310-94CD-2250-7A87400EF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0704B5-10B2-4BB2-86F6-0EBF4ED8F1E3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303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F5ECE6-64C7-4463-8E34-CC450289B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58878DD-08C7-410E-B557-3A369056FC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A118D80-DAD0-4BF3-B074-F1453DD55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9CD7069-08C2-411F-B0AC-65C7D00D5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9D5AF06-0334-4F26-AF71-80F08B89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1861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E509A6-0FDB-44D0-BB2A-33A03D633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59579BA-4232-4900-8686-B6EAEE5AC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796786D-659D-4B9F-84A3-8FAA94965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46FC4D7-39DB-4DF8-A30C-353F37F2A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F067177-7CCD-4E4B-B8C0-375987BE6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3900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5C9B4E-CB5F-40B9-94BA-AEAA8EE9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FE5D386-28BE-4E6D-A9A4-73137A80D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B21FFEE-6EB2-4ABA-9A32-2498E971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2A5AF4F-C8D1-41BC-99D7-2F1B2939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B09373E-C77D-45A7-AB73-7EDFC74A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9056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FBCB0C-E0B2-43B2-809C-B3CEE8BDD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BDBA70-236E-48F7-A000-C2D5DAB0D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6A4E78E-DFEB-4F0D-B4E6-D3659CAEC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70D8102-451A-4B56-B825-0AE3350EC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E7E2836-BC93-4306-853A-CE4FBDED5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67E35F2-EF7E-4E83-9529-AB62BEAAA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1108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B4A78CA-425D-44F0-B3B7-689D83647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2FF0419-1254-4447-B136-BE8673E49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38A2FE2-F156-4A3D-8FE9-3FF9EB815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5E4FA144-60F0-466E-B7DD-236ACAC4D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A0CEFD8-4C8E-405E-AD74-D39EA975CD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CD2EE96-9023-4571-8FF6-9B39E2799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B5C80240-C16B-4A8E-8F2A-7B72C3DAB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162173AA-10F3-4D3B-9231-A13A0C426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596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798E1F-8C95-40FC-8084-027198636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593E185-0ABF-4B65-AF08-762817D21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28D56F9-8AE0-4B67-B2CF-E2317B834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0F81904-1183-4E76-A223-9D554B02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7831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19109B77-D03A-4273-8A2D-31B8FEB6D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1444B83-D238-4ADF-97A1-0B6025A6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EDD34A9-ED24-45D5-BCC4-F993B3C82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8687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8470F4-0AC7-4FD4-9E58-D7340686A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DC5AAE1-7AA9-4516-8340-5C38477CE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3D29EC7-3FC6-4A84-A66D-5113F137B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4C45D4E-29AC-45D4-AF0D-86ED40982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855FD31-0C57-4527-AB63-71FD25FC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8B18757-5B6F-46F5-B166-1991B4AB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61661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7B5D2C-52BA-4AE4-BD1D-15D0A2EF0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D2817A05-D0A7-495B-A555-AB017A6E87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977F5A2-D8D1-4EB6-A7FF-232194CBD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272CEF0-EEE6-4B6F-B569-EF2D71E72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9EE5769-69F0-4F81-8F5B-6FA1FE841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1FA7249-0DF6-4AFE-BFEA-9DA8902B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333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9E3DEEA-A345-452C-BA99-0210C0E5F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98A586B-B8D0-49D5-80B0-07A17C375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1E4392B-FA1D-4B8A-A012-8FB2F4959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C52FC60-CF04-4746-8425-DE10EB763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E9B6EA0-0CAA-4F5A-9F96-7893A7B29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2388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AB512A73-8D85-4243-812D-8FB36B00A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CD03A90-22D0-4CAB-B7D6-F4C214A1B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00AFC6A-FC91-4726-8890-908009678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BA7C5-EF8D-424A-953F-205ECF1B5CD8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7172D74-B953-4717-BCE9-0AB57F2CA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E987605-D941-428E-A3C2-8FB632684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8428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9172BC36-8239-4FB7-90D4-0024933E3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5060E1D-45B1-4C2E-B9F9-2D790F2B2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DBB96AF-C1D0-40A6-81B4-4433C1A54B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A7C5-EF8D-424A-953F-205ECF1B5CD8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2E9CB46-A41E-4DFE-8C65-B627BE08D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E912DE2-AB21-4762-9AA6-F867C4529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0E46E-6EE3-43A3-81F8-2358134F51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224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F54313-7214-4A9F-8B7D-01DFEABDB5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</a:rPr>
              <a:t>Harmónia Zeneiskola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749C1FE-93F7-48B2-957D-C69C0B9A19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Készítette: </a:t>
            </a:r>
            <a:r>
              <a:rPr lang="hu-HU" dirty="0" err="1">
                <a:solidFill>
                  <a:schemeClr val="bg1"/>
                </a:solidFill>
              </a:rPr>
              <a:t>Paraoánu</a:t>
            </a:r>
            <a:r>
              <a:rPr lang="hu-HU" dirty="0">
                <a:solidFill>
                  <a:schemeClr val="bg1"/>
                </a:solidFill>
              </a:rPr>
              <a:t> Richárd Tamás és Farkas Márk</a:t>
            </a:r>
          </a:p>
        </p:txBody>
      </p:sp>
    </p:spTree>
    <p:extLst>
      <p:ext uri="{BB962C8B-B14F-4D97-AF65-F5344CB8AC3E}">
        <p14:creationId xmlns:p14="http://schemas.microsoft.com/office/powerpoint/2010/main" val="887781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ím 8">
            <a:extLst>
              <a:ext uri="{FF2B5EF4-FFF2-40B4-BE49-F238E27FC236}">
                <a16:creationId xmlns:a16="http://schemas.microsoft.com/office/drawing/2014/main" id="{14FE887D-7CEB-4A92-8589-3B8D77F2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5040"/>
          </a:xfrm>
        </p:spPr>
        <p:txBody>
          <a:bodyPr>
            <a:normAutofit/>
          </a:bodyPr>
          <a:lstStyle/>
          <a:p>
            <a:r>
              <a:rPr lang="hu-HU" b="1" dirty="0">
                <a:solidFill>
                  <a:schemeClr val="bg1"/>
                </a:solidFill>
              </a:rPr>
              <a:t>Projektünk célja:</a:t>
            </a:r>
            <a:br>
              <a:rPr lang="hu-HU" b="1" dirty="0">
                <a:solidFill>
                  <a:schemeClr val="bg1"/>
                </a:solidFill>
              </a:rPr>
            </a:br>
            <a:r>
              <a:rPr lang="hu-HU" sz="2800" dirty="0">
                <a:solidFill>
                  <a:schemeClr val="bg1"/>
                </a:solidFill>
              </a:rPr>
              <a:t>A projekt célja egy olyan webes alkalmazás fejlesztése volt, amely megkönnyíti egy zeneiskola mindennapi működését.</a:t>
            </a:r>
            <a:endParaRPr lang="hu-HU" b="1" dirty="0">
              <a:solidFill>
                <a:schemeClr val="bg1"/>
              </a:solidFill>
            </a:endParaRPr>
          </a:p>
        </p:txBody>
      </p:sp>
      <p:sp>
        <p:nvSpPr>
          <p:cNvPr id="10" name="Tartalom helye 9">
            <a:extLst>
              <a:ext uri="{FF2B5EF4-FFF2-40B4-BE49-F238E27FC236}">
                <a16:creationId xmlns:a16="http://schemas.microsoft.com/office/drawing/2014/main" id="{39445271-9489-41D1-A357-02BD75205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7634"/>
            <a:ext cx="10515600" cy="2761409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Közös online felület</a:t>
            </a:r>
          </a:p>
          <a:p>
            <a:r>
              <a:rPr lang="hu-HU" dirty="0">
                <a:solidFill>
                  <a:schemeClr val="bg1"/>
                </a:solidFill>
              </a:rPr>
              <a:t>Egyszerűbb és  gyorsabb kommunikáció</a:t>
            </a:r>
          </a:p>
          <a:p>
            <a:r>
              <a:rPr lang="hu-HU" dirty="0">
                <a:solidFill>
                  <a:schemeClr val="bg1"/>
                </a:solidFill>
              </a:rPr>
              <a:t>Adminisztráció csökkentése</a:t>
            </a:r>
          </a:p>
          <a:p>
            <a:r>
              <a:rPr lang="hu-HU" dirty="0">
                <a:solidFill>
                  <a:schemeClr val="bg1"/>
                </a:solidFill>
              </a:rPr>
              <a:t>Iskola működésének hatékonyabbá tétele</a:t>
            </a:r>
          </a:p>
        </p:txBody>
      </p:sp>
    </p:spTree>
    <p:extLst>
      <p:ext uri="{BB962C8B-B14F-4D97-AF65-F5344CB8AC3E}">
        <p14:creationId xmlns:p14="http://schemas.microsoft.com/office/powerpoint/2010/main" val="2701547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ím 8">
            <a:extLst>
              <a:ext uri="{FF2B5EF4-FFF2-40B4-BE49-F238E27FC236}">
                <a16:creationId xmlns:a16="http://schemas.microsoft.com/office/drawing/2014/main" id="{14FE887D-7CEB-4A92-8589-3B8D77F2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5040"/>
          </a:xfrm>
        </p:spPr>
        <p:txBody>
          <a:bodyPr>
            <a:normAutofit/>
          </a:bodyPr>
          <a:lstStyle/>
          <a:p>
            <a:r>
              <a:rPr lang="hu-HU" b="1" dirty="0">
                <a:solidFill>
                  <a:schemeClr val="bg1"/>
                </a:solidFill>
              </a:rPr>
              <a:t>Felhasználói szerepkörök és jogosultságok</a:t>
            </a:r>
          </a:p>
        </p:txBody>
      </p:sp>
      <p:sp>
        <p:nvSpPr>
          <p:cNvPr id="10" name="Tartalom helye 9">
            <a:extLst>
              <a:ext uri="{FF2B5EF4-FFF2-40B4-BE49-F238E27FC236}">
                <a16:creationId xmlns:a16="http://schemas.microsoft.com/office/drawing/2014/main" id="{39445271-9489-41D1-A357-02BD75205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6427"/>
            <a:ext cx="10515600" cy="2761409"/>
          </a:xfrm>
        </p:spPr>
        <p:txBody>
          <a:bodyPr/>
          <a:lstStyle/>
          <a:p>
            <a:r>
              <a:rPr lang="hu-HU" dirty="0" err="1">
                <a:solidFill>
                  <a:schemeClr val="bg1"/>
                </a:solidFill>
              </a:rPr>
              <a:t>Admin</a:t>
            </a:r>
            <a:r>
              <a:rPr lang="hu-HU" dirty="0">
                <a:solidFill>
                  <a:schemeClr val="bg1"/>
                </a:solidFill>
              </a:rPr>
              <a:t>:  új felhasználók, iskola adatainak kezelése, egyéb beavatkozások</a:t>
            </a:r>
          </a:p>
          <a:p>
            <a:r>
              <a:rPr lang="hu-HU" dirty="0">
                <a:solidFill>
                  <a:schemeClr val="bg1"/>
                </a:solidFill>
              </a:rPr>
              <a:t>Tanár:  látja az  órákat, a hozzá tartozó diákokat</a:t>
            </a:r>
          </a:p>
          <a:p>
            <a:r>
              <a:rPr lang="hu-HU" dirty="0">
                <a:solidFill>
                  <a:schemeClr val="bg1"/>
                </a:solidFill>
              </a:rPr>
              <a:t>Diák: elérhető számára a kölcsönzés oldal , megtekintheti az óráit</a:t>
            </a:r>
          </a:p>
        </p:txBody>
      </p:sp>
    </p:spTree>
    <p:extLst>
      <p:ext uri="{BB962C8B-B14F-4D97-AF65-F5344CB8AC3E}">
        <p14:creationId xmlns:p14="http://schemas.microsoft.com/office/powerpoint/2010/main" val="806812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ím 8">
            <a:extLst>
              <a:ext uri="{FF2B5EF4-FFF2-40B4-BE49-F238E27FC236}">
                <a16:creationId xmlns:a16="http://schemas.microsoft.com/office/drawing/2014/main" id="{14FE887D-7CEB-4A92-8589-3B8D77F2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25040"/>
          </a:xfrm>
        </p:spPr>
        <p:txBody>
          <a:bodyPr>
            <a:normAutofit/>
          </a:bodyPr>
          <a:lstStyle/>
          <a:p>
            <a:r>
              <a:rPr lang="hu-HU" b="1" dirty="0">
                <a:solidFill>
                  <a:schemeClr val="bg1"/>
                </a:solidFill>
              </a:rPr>
              <a:t>Felhasznált programok:</a:t>
            </a:r>
          </a:p>
        </p:txBody>
      </p:sp>
      <p:sp>
        <p:nvSpPr>
          <p:cNvPr id="10" name="Tartalom helye 9">
            <a:extLst>
              <a:ext uri="{FF2B5EF4-FFF2-40B4-BE49-F238E27FC236}">
                <a16:creationId xmlns:a16="http://schemas.microsoft.com/office/drawing/2014/main" id="{39445271-9489-41D1-A357-02BD75205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6473"/>
            <a:ext cx="10515600" cy="4461427"/>
          </a:xfrm>
        </p:spPr>
        <p:txBody>
          <a:bodyPr>
            <a:normAutofit lnSpcReduction="10000"/>
          </a:bodyPr>
          <a:lstStyle/>
          <a:p>
            <a:r>
              <a:rPr lang="hu-HU" dirty="0">
                <a:solidFill>
                  <a:schemeClr val="bg1"/>
                </a:solidFill>
              </a:rPr>
              <a:t>Microsoft Office</a:t>
            </a:r>
          </a:p>
          <a:p>
            <a:r>
              <a:rPr lang="hu-HU" dirty="0">
                <a:solidFill>
                  <a:schemeClr val="bg1"/>
                </a:solidFill>
              </a:rPr>
              <a:t>Visual </a:t>
            </a:r>
            <a:r>
              <a:rPr lang="hu-HU" dirty="0" err="1">
                <a:solidFill>
                  <a:schemeClr val="bg1"/>
                </a:solidFill>
              </a:rPr>
              <a:t>Studio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Code</a:t>
            </a:r>
            <a:endParaRPr lang="hu-HU" dirty="0">
              <a:solidFill>
                <a:schemeClr val="bg1"/>
              </a:solidFill>
            </a:endParaRPr>
          </a:p>
          <a:p>
            <a:r>
              <a:rPr lang="hu-HU" dirty="0" err="1">
                <a:solidFill>
                  <a:schemeClr val="bg1"/>
                </a:solidFill>
              </a:rPr>
              <a:t>Github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Desktop</a:t>
            </a:r>
            <a:endParaRPr lang="hu-HU" dirty="0">
              <a:solidFill>
                <a:schemeClr val="bg1"/>
              </a:solidFill>
            </a:endParaRPr>
          </a:p>
          <a:p>
            <a:r>
              <a:rPr lang="hu-HU" dirty="0" err="1">
                <a:solidFill>
                  <a:schemeClr val="bg1"/>
                </a:solidFill>
              </a:rPr>
              <a:t>Discord</a:t>
            </a:r>
            <a:endParaRPr lang="hu-HU" dirty="0">
              <a:solidFill>
                <a:schemeClr val="bg1"/>
              </a:solidFill>
            </a:endParaRPr>
          </a:p>
          <a:p>
            <a:r>
              <a:rPr lang="hu-HU" dirty="0" err="1">
                <a:solidFill>
                  <a:schemeClr val="bg1"/>
                </a:solidFill>
              </a:rPr>
              <a:t>Canva</a:t>
            </a:r>
            <a:endParaRPr lang="hu-HU" dirty="0">
              <a:solidFill>
                <a:schemeClr val="bg1"/>
              </a:solidFill>
            </a:endParaRPr>
          </a:p>
          <a:p>
            <a:r>
              <a:rPr lang="hu-HU" dirty="0" err="1">
                <a:solidFill>
                  <a:schemeClr val="bg1"/>
                </a:solidFill>
              </a:rPr>
              <a:t>MySQL</a:t>
            </a:r>
            <a:r>
              <a:rPr lang="hu-HU" dirty="0">
                <a:solidFill>
                  <a:schemeClr val="bg1"/>
                </a:solidFill>
              </a:rPr>
              <a:t> </a:t>
            </a:r>
            <a:r>
              <a:rPr lang="hu-HU" dirty="0" err="1">
                <a:solidFill>
                  <a:schemeClr val="bg1"/>
                </a:solidFill>
              </a:rPr>
              <a:t>Workbench</a:t>
            </a:r>
            <a:endParaRPr lang="hu-HU" dirty="0">
              <a:solidFill>
                <a:schemeClr val="bg1"/>
              </a:solidFill>
            </a:endParaRPr>
          </a:p>
          <a:p>
            <a:r>
              <a:rPr lang="hu-HU" dirty="0" err="1">
                <a:solidFill>
                  <a:schemeClr val="bg1"/>
                </a:solidFill>
              </a:rPr>
              <a:t>Docker</a:t>
            </a:r>
            <a:endParaRPr lang="hu-HU" dirty="0">
              <a:solidFill>
                <a:schemeClr val="bg1"/>
              </a:solidFill>
            </a:endParaRPr>
          </a:p>
          <a:p>
            <a:r>
              <a:rPr lang="hu-HU" dirty="0">
                <a:solidFill>
                  <a:schemeClr val="bg1"/>
                </a:solidFill>
              </a:rPr>
              <a:t>XAMPP</a:t>
            </a:r>
          </a:p>
          <a:p>
            <a:r>
              <a:rPr lang="hu-HU" dirty="0" err="1">
                <a:solidFill>
                  <a:schemeClr val="bg1"/>
                </a:solidFill>
              </a:rPr>
              <a:t>Moddle</a:t>
            </a:r>
            <a:endParaRPr lang="hu-HU" dirty="0">
              <a:solidFill>
                <a:schemeClr val="bg1"/>
              </a:solidFill>
            </a:endParaRPr>
          </a:p>
          <a:p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231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ím 8">
            <a:extLst>
              <a:ext uri="{FF2B5EF4-FFF2-40B4-BE49-F238E27FC236}">
                <a16:creationId xmlns:a16="http://schemas.microsoft.com/office/drawing/2014/main" id="{14FE887D-7CEB-4A92-8589-3B8D77F2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4312" y="-174162"/>
            <a:ext cx="4862021" cy="1625040"/>
          </a:xfrm>
        </p:spPr>
        <p:txBody>
          <a:bodyPr>
            <a:normAutofit/>
          </a:bodyPr>
          <a:lstStyle/>
          <a:p>
            <a:r>
              <a:rPr lang="hu-HU" b="1" dirty="0">
                <a:solidFill>
                  <a:schemeClr val="bg1"/>
                </a:solidFill>
              </a:rPr>
              <a:t>Adatbázis szerkezet: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0E6A2353-678D-D325-2E16-1259F35A7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929" y="1196501"/>
            <a:ext cx="6402785" cy="520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76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8F1070-E0F2-36A0-184B-A1513A169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ím 8">
            <a:extLst>
              <a:ext uri="{FF2B5EF4-FFF2-40B4-BE49-F238E27FC236}">
                <a16:creationId xmlns:a16="http://schemas.microsoft.com/office/drawing/2014/main" id="{E8100EA7-485D-FF7F-938F-48C7AEA46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369" y="0"/>
            <a:ext cx="4862021" cy="1625040"/>
          </a:xfrm>
        </p:spPr>
        <p:txBody>
          <a:bodyPr>
            <a:normAutofit/>
          </a:bodyPr>
          <a:lstStyle/>
          <a:p>
            <a:r>
              <a:rPr lang="hu-HU" b="1" dirty="0">
                <a:solidFill>
                  <a:schemeClr val="bg1"/>
                </a:solidFill>
              </a:rPr>
              <a:t>Frontend Felépítés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8526CF6C-17DD-9573-6C90-B55C1EF55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546" y="0"/>
            <a:ext cx="2350627" cy="6907342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8A75C700-89E8-8D3B-2F46-09C711299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820" y="2040086"/>
            <a:ext cx="5003287" cy="419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993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CC0AF-175F-C35F-485D-29228540E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93D925CD-422D-94A5-AE59-1C7C2D4FC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54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0E44C-EC1E-E8DA-1E2B-3F7D195A4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01B8384C-27BD-907B-F827-2532569C0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70140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B20ED6-8EEB-0D35-1574-CC9BD7C26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34DDB8EA-3DEF-BF06-BBE1-3BF52B2CF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236542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E25032-AC94-BC67-9EC5-B2CCD6879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7491FAB6-8D36-C8B6-3856-887737429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94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642365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F452C3-2031-738B-2DAB-7D07A911C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D817381E-4433-59C5-14B0-54204D27F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5812903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5DD98-965D-B299-E610-83E416F9B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916131A8-28AB-06C0-BBF1-93C174351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28350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6EB01E-10F5-3D5D-BDE3-3BADBC64C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B95AACBB-96EE-8CFC-9266-2460DAF11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699915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A79B6B-7184-3072-612C-9F7B91438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3DD51827-5795-B158-BBEA-062AF43B1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479182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00F4A8-515A-88C5-122D-93ECA405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6BCEEA92-FE42-9785-923B-AB1CA1B9D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669424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C6B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EB3D9-6D2B-893D-2144-0E413F57F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090ECF5E-F1A6-C83D-04F9-5BD240C7E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940742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112</Words>
  <Application>Microsoft Office PowerPoint</Application>
  <PresentationFormat>Szélesvásznú</PresentationFormat>
  <Paragraphs>33</Paragraphs>
  <Slides>16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Office-téma</vt:lpstr>
      <vt:lpstr>Harmónia Zeneiskola</vt:lpstr>
      <vt:lpstr>Projektünk célja: A projekt célja egy olyan webes alkalmazás fejlesztése volt, amely megkönnyíti egy zeneiskola mindennapi működését.</vt:lpstr>
      <vt:lpstr>Felhasználói szerepkörök és jogosultságok</vt:lpstr>
      <vt:lpstr>Felhasznált programok:</vt:lpstr>
      <vt:lpstr>Adatbázis szerkezet:</vt:lpstr>
      <vt:lpstr>Frontend Felépítés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Vizsgázó</dc:creator>
  <cp:lastModifiedBy>Paraoánu Richárd Tamás</cp:lastModifiedBy>
  <cp:revision>8</cp:revision>
  <dcterms:created xsi:type="dcterms:W3CDTF">2026-03-10T10:41:33Z</dcterms:created>
  <dcterms:modified xsi:type="dcterms:W3CDTF">2026-03-24T20:30:55Z</dcterms:modified>
</cp:coreProperties>
</file>