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C6B9"/>
    <a:srgbClr val="66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4F5ECE6-64C7-4463-8E34-CC450289B5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58878DD-08C7-410E-B557-3A369056FC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A118D80-DAD0-4BF3-B074-F1453DD55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BA7C5-EF8D-424A-953F-205ECF1B5CD8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9CD7069-08C2-411F-B0AC-65C7D00D5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9D5AF06-0334-4F26-AF71-80F08B892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0E46E-6EE3-43A3-81F8-2358134F51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418614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9E509A6-0FDB-44D0-BB2A-33A03D633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59579BA-4232-4900-8686-B6EAEE5AC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796786D-659D-4B9F-84A3-8FAA94965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BA7C5-EF8D-424A-953F-205ECF1B5CD8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46FC4D7-39DB-4DF8-A30C-353F37F2A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F067177-7CCD-4E4B-B8C0-375987BE6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0E46E-6EE3-43A3-81F8-2358134F51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53900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15C9B4E-CB5F-40B9-94BA-AEAA8EE9B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FE5D386-28BE-4E6D-A9A4-73137A80D7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B21FFEE-6EB2-4ABA-9A32-2498E97110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BA7C5-EF8D-424A-953F-205ECF1B5CD8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2A5AF4F-C8D1-41BC-99D7-2F1B293922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B09373E-C77D-45A7-AB73-7EDFC74A6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0E46E-6EE3-43A3-81F8-2358134F51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89056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AFBCB0C-E0B2-43B2-809C-B3CEE8BDD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6BDBA70-236E-48F7-A000-C2D5DAB0DA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D6A4E78E-DFEB-4F0D-B4E6-D3659CAECF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70D8102-451A-4B56-B825-0AE3350EC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BA7C5-EF8D-424A-953F-205ECF1B5CD8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3E7E2836-BC93-4306-853A-CE4FBDED5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67E35F2-EF7E-4E83-9529-AB62BEAAA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0E46E-6EE3-43A3-81F8-2358134F51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111088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B4A78CA-425D-44F0-B3B7-689D83647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2FF0419-1254-4447-B136-BE8673E494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38A2FE2-F156-4A3D-8FE9-3FF9EB8150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5E4FA144-60F0-466E-B7DD-236ACAC4D2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7A0CEFD8-4C8E-405E-AD74-D39EA975CD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DCD2EE96-9023-4571-8FF6-9B39E2799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BA7C5-EF8D-424A-953F-205ECF1B5CD8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B5C80240-C16B-4A8E-8F2A-7B72C3DAB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162173AA-10F3-4D3B-9231-A13A0C426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0E46E-6EE3-43A3-81F8-2358134F51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65963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798E1F-8C95-40FC-8084-027198636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C593E185-0ABF-4B65-AF08-762817D21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BA7C5-EF8D-424A-953F-205ECF1B5CD8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928D56F9-8AE0-4B67-B2CF-E2317B834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00F81904-1183-4E76-A223-9D554B02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0E46E-6EE3-43A3-81F8-2358134F51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87831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19109B77-D03A-4273-8A2D-31B8FEB6D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BA7C5-EF8D-424A-953F-205ECF1B5CD8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F1444B83-D238-4ADF-97A1-0B6025A6FF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3EDD34A9-ED24-45D5-BCC4-F993B3C82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0E46E-6EE3-43A3-81F8-2358134F51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086875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58470F4-0AC7-4FD4-9E58-D7340686A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DC5AAE1-7AA9-4516-8340-5C38477CEC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3D29EC7-3FC6-4A84-A66D-5113F137BB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4C45D4E-29AC-45D4-AF0D-86ED409824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BA7C5-EF8D-424A-953F-205ECF1B5CD8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855FD31-0C57-4527-AB63-71FD25FCB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58B18757-5B6F-46F5-B166-1991B4AB4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0E46E-6EE3-43A3-81F8-2358134F51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616615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A7B5D2C-52BA-4AE4-BD1D-15D0A2EF0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D2817A05-D0A7-495B-A555-AB017A6E87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9977F5A2-D8D1-4EB6-A7FF-232194CBD4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8272CEF0-EEE6-4B6F-B569-EF2D71E72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BA7C5-EF8D-424A-953F-205ECF1B5CD8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D9EE5769-69F0-4F81-8F5B-6FA1FE8413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1FA7249-0DF6-4AFE-BFEA-9DA8902B4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0E46E-6EE3-43A3-81F8-2358134F51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93337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9E3DEEA-A345-452C-BA99-0210C0E5F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198A586B-B8D0-49D5-80B0-07A17C375D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1E4392B-FA1D-4B8A-A012-8FB2F4959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BA7C5-EF8D-424A-953F-205ECF1B5CD8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C52FC60-CF04-4746-8425-DE10EB763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E9B6EA0-0CAA-4F5A-9F96-7893A7B29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0E46E-6EE3-43A3-81F8-2358134F51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723881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AB512A73-8D85-4243-812D-8FB36B00AF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ECD03A90-22D0-4CAB-B7D6-F4C214A1B3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00AFC6A-FC91-4726-8890-908009678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BA7C5-EF8D-424A-953F-205ECF1B5CD8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7172D74-B953-4717-BCE9-0AB57F2CA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E987605-D941-428E-A3C2-8FB632684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A0E46E-6EE3-43A3-81F8-2358134F51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68428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9172BC36-8239-4FB7-90D4-0024933E3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5060E1D-45B1-4C2E-B9F9-2D790F2B27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DBB96AF-C1D0-40A6-81B4-4433C1A54B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EBA7C5-EF8D-424A-953F-205ECF1B5CD8}" type="datetimeFigureOut">
              <a:rPr lang="hu-HU" smtClean="0"/>
              <a:t>2026. 03. 10.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2E9CB46-A41E-4DFE-8C65-B627BE08D6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E912DE2-AB21-4762-9AA6-F867C45294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A0E46E-6EE3-43A3-81F8-2358134F51D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8224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C6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F54313-7214-4A9F-8B7D-01DFEABDB5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b="1" dirty="0">
                <a:solidFill>
                  <a:schemeClr val="bg1"/>
                </a:solidFill>
              </a:rPr>
              <a:t>Harmónia Zeneiskola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749C1FE-93F7-48B2-957D-C69C0B9A19D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Készítette: </a:t>
            </a:r>
            <a:r>
              <a:rPr lang="hu-HU" dirty="0" err="1">
                <a:solidFill>
                  <a:schemeClr val="bg1"/>
                </a:solidFill>
              </a:rPr>
              <a:t>Paraoánu</a:t>
            </a:r>
            <a:r>
              <a:rPr lang="hu-HU" dirty="0">
                <a:solidFill>
                  <a:schemeClr val="bg1"/>
                </a:solidFill>
              </a:rPr>
              <a:t> Richárd Tamás és Farkas Márk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8036060-3226-409E-921C-5A62E87AA9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0" y="180976"/>
            <a:ext cx="1213339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7819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C6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ím 8">
            <a:extLst>
              <a:ext uri="{FF2B5EF4-FFF2-40B4-BE49-F238E27FC236}">
                <a16:creationId xmlns:a16="http://schemas.microsoft.com/office/drawing/2014/main" id="{14FE887D-7CEB-4A92-8589-3B8D77F2D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625040"/>
          </a:xfrm>
        </p:spPr>
        <p:txBody>
          <a:bodyPr>
            <a:normAutofit/>
          </a:bodyPr>
          <a:lstStyle/>
          <a:p>
            <a:r>
              <a:rPr lang="hu-HU" b="1" dirty="0">
                <a:solidFill>
                  <a:schemeClr val="bg1"/>
                </a:solidFill>
              </a:rPr>
              <a:t>Projektünk célja:</a:t>
            </a:r>
            <a:br>
              <a:rPr lang="hu-HU" b="1" dirty="0">
                <a:solidFill>
                  <a:schemeClr val="bg1"/>
                </a:solidFill>
              </a:rPr>
            </a:br>
            <a:r>
              <a:rPr lang="hu-HU" sz="2800" dirty="0">
                <a:solidFill>
                  <a:schemeClr val="bg1"/>
                </a:solidFill>
              </a:rPr>
              <a:t>A projekt célja egy olyan webes alkalmazás fejlesztése volt, amely megkönnyíti egy zeneiskola mindennapi működését.</a:t>
            </a:r>
            <a:endParaRPr lang="hu-HU" b="1" dirty="0">
              <a:solidFill>
                <a:schemeClr val="bg1"/>
              </a:solidFill>
            </a:endParaRPr>
          </a:p>
        </p:txBody>
      </p:sp>
      <p:sp>
        <p:nvSpPr>
          <p:cNvPr id="10" name="Tartalom helye 9">
            <a:extLst>
              <a:ext uri="{FF2B5EF4-FFF2-40B4-BE49-F238E27FC236}">
                <a16:creationId xmlns:a16="http://schemas.microsoft.com/office/drawing/2014/main" id="{39445271-9489-41D1-A357-02BD75205C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06427"/>
            <a:ext cx="10515600" cy="2761409"/>
          </a:xfrm>
        </p:spPr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Közös online felület</a:t>
            </a:r>
          </a:p>
          <a:p>
            <a:r>
              <a:rPr lang="hu-HU" dirty="0">
                <a:solidFill>
                  <a:schemeClr val="bg1"/>
                </a:solidFill>
              </a:rPr>
              <a:t>Egyszerűbb és  gyorsabb kommunikáció</a:t>
            </a:r>
          </a:p>
          <a:p>
            <a:r>
              <a:rPr lang="hu-HU" dirty="0">
                <a:solidFill>
                  <a:schemeClr val="bg1"/>
                </a:solidFill>
              </a:rPr>
              <a:t>Adminisztráció csökkentése</a:t>
            </a:r>
          </a:p>
          <a:p>
            <a:r>
              <a:rPr lang="hu-HU" dirty="0">
                <a:solidFill>
                  <a:schemeClr val="bg1"/>
                </a:solidFill>
              </a:rPr>
              <a:t>Iskola működésének hatékonyabbá tétele</a:t>
            </a:r>
          </a:p>
        </p:txBody>
      </p:sp>
    </p:spTree>
    <p:extLst>
      <p:ext uri="{BB962C8B-B14F-4D97-AF65-F5344CB8AC3E}">
        <p14:creationId xmlns:p14="http://schemas.microsoft.com/office/powerpoint/2010/main" val="2701547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C6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ím 8">
            <a:extLst>
              <a:ext uri="{FF2B5EF4-FFF2-40B4-BE49-F238E27FC236}">
                <a16:creationId xmlns:a16="http://schemas.microsoft.com/office/drawing/2014/main" id="{14FE887D-7CEB-4A92-8589-3B8D77F2D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625040"/>
          </a:xfrm>
        </p:spPr>
        <p:txBody>
          <a:bodyPr>
            <a:normAutofit/>
          </a:bodyPr>
          <a:lstStyle/>
          <a:p>
            <a:r>
              <a:rPr lang="hu-HU" b="1" dirty="0">
                <a:solidFill>
                  <a:schemeClr val="bg1"/>
                </a:solidFill>
              </a:rPr>
              <a:t>Felhasználói szerepkörök és jogosultságok</a:t>
            </a:r>
          </a:p>
        </p:txBody>
      </p:sp>
      <p:sp>
        <p:nvSpPr>
          <p:cNvPr id="10" name="Tartalom helye 9">
            <a:extLst>
              <a:ext uri="{FF2B5EF4-FFF2-40B4-BE49-F238E27FC236}">
                <a16:creationId xmlns:a16="http://schemas.microsoft.com/office/drawing/2014/main" id="{39445271-9489-41D1-A357-02BD75205C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06427"/>
            <a:ext cx="10515600" cy="2761409"/>
          </a:xfrm>
        </p:spPr>
        <p:txBody>
          <a:bodyPr/>
          <a:lstStyle/>
          <a:p>
            <a:r>
              <a:rPr lang="hu-HU" dirty="0" err="1">
                <a:solidFill>
                  <a:schemeClr val="bg1"/>
                </a:solidFill>
              </a:rPr>
              <a:t>Admin</a:t>
            </a:r>
            <a:r>
              <a:rPr lang="hu-HU" dirty="0">
                <a:solidFill>
                  <a:schemeClr val="bg1"/>
                </a:solidFill>
              </a:rPr>
              <a:t>:  új felhasználók, iskola adatainak kezelése, egyéb beavatkozások</a:t>
            </a:r>
          </a:p>
          <a:p>
            <a:r>
              <a:rPr lang="hu-HU" dirty="0">
                <a:solidFill>
                  <a:schemeClr val="bg1"/>
                </a:solidFill>
              </a:rPr>
              <a:t>Tanár:  látja az  órákat, a hozzá tartozó diákokat</a:t>
            </a:r>
          </a:p>
          <a:p>
            <a:r>
              <a:rPr lang="hu-HU" dirty="0">
                <a:solidFill>
                  <a:schemeClr val="bg1"/>
                </a:solidFill>
              </a:rPr>
              <a:t>Diák: elérhető számára a kölcsönzés oldal , megtekintheti </a:t>
            </a:r>
            <a:r>
              <a:rPr lang="hu-HU">
                <a:solidFill>
                  <a:schemeClr val="bg1"/>
                </a:solidFill>
              </a:rPr>
              <a:t>az óráit</a:t>
            </a:r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68123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80</Words>
  <Application>Microsoft Office PowerPoint</Application>
  <PresentationFormat>Szélesvásznú</PresentationFormat>
  <Paragraphs>11</Paragraphs>
  <Slides>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Office-téma</vt:lpstr>
      <vt:lpstr>Harmónia Zeneiskola</vt:lpstr>
      <vt:lpstr>Projektünk célja: A projekt célja egy olyan webes alkalmazás fejlesztése volt, amely megkönnyíti egy zeneiskola mindennapi működését.</vt:lpstr>
      <vt:lpstr>Felhasználói szerepkörök és jogosultságok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Vizsgázó</dc:creator>
  <cp:lastModifiedBy>Vizsgázó</cp:lastModifiedBy>
  <cp:revision>6</cp:revision>
  <dcterms:created xsi:type="dcterms:W3CDTF">2026-03-10T10:41:33Z</dcterms:created>
  <dcterms:modified xsi:type="dcterms:W3CDTF">2026-03-10T11:39:16Z</dcterms:modified>
</cp:coreProperties>
</file>